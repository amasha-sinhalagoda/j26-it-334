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4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2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0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9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9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0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1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7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9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3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32949-4B51-46B0-8216-4B679231176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6235A-8668-4F11-B626-51CC157D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0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666" y="646869"/>
            <a:ext cx="9321419" cy="62111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4394" y="150125"/>
            <a:ext cx="6823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Ratnapura</a:t>
            </a:r>
            <a:r>
              <a:rPr lang="en-US" sz="2400" b="1" dirty="0"/>
              <a:t> Catchment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866" y="2682390"/>
            <a:ext cx="3698543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Catchment Area  - 642 km</a:t>
            </a:r>
            <a:r>
              <a:rPr lang="en-US" sz="2000" baseline="30000" dirty="0"/>
              <a:t>2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Annual Rainfall  - 3150 mm </a:t>
            </a:r>
          </a:p>
        </p:txBody>
      </p:sp>
    </p:spTree>
    <p:extLst>
      <p:ext uri="{BB962C8B-B14F-4D97-AF65-F5344CB8AC3E}">
        <p14:creationId xmlns:p14="http://schemas.microsoft.com/office/powerpoint/2010/main" val="2753940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639" y="1001712"/>
            <a:ext cx="7620000" cy="5591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34269" y="423081"/>
            <a:ext cx="5390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Ellagawa</a:t>
            </a:r>
            <a:r>
              <a:rPr lang="en-US" sz="2400" b="1" dirty="0"/>
              <a:t> Catchment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866" y="2682390"/>
            <a:ext cx="3698543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Catchment Area  - 1411 km</a:t>
            </a:r>
            <a:r>
              <a:rPr lang="en-US" sz="2000" baseline="30000" dirty="0"/>
              <a:t>2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Annual Rainfall    - 3600 mm </a:t>
            </a:r>
          </a:p>
        </p:txBody>
      </p:sp>
    </p:spTree>
    <p:extLst>
      <p:ext uri="{BB962C8B-B14F-4D97-AF65-F5344CB8AC3E}">
        <p14:creationId xmlns:p14="http://schemas.microsoft.com/office/powerpoint/2010/main" val="1829684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35" y="796995"/>
            <a:ext cx="7620000" cy="5591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6155" y="286603"/>
            <a:ext cx="4244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Millakanda</a:t>
            </a:r>
            <a:r>
              <a:rPr lang="en-US" sz="2400" b="1" dirty="0"/>
              <a:t> Catchment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866" y="2682390"/>
            <a:ext cx="3698543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Catchment Area  - 776 km</a:t>
            </a:r>
            <a:r>
              <a:rPr lang="en-US" sz="2000" baseline="30000" dirty="0"/>
              <a:t>2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Annual Rainfall   - 4100 mm </a:t>
            </a:r>
          </a:p>
        </p:txBody>
      </p:sp>
    </p:spTree>
    <p:extLst>
      <p:ext uri="{BB962C8B-B14F-4D97-AF65-F5344CB8AC3E}">
        <p14:creationId xmlns:p14="http://schemas.microsoft.com/office/powerpoint/2010/main" val="2943900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573" y="878881"/>
            <a:ext cx="7620000" cy="5591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47916" y="286603"/>
            <a:ext cx="4462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Putupaula</a:t>
            </a:r>
            <a:r>
              <a:rPr lang="en-US" sz="2400" b="1" dirty="0"/>
              <a:t> Catchment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866" y="2682390"/>
            <a:ext cx="3698543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Catchment Area  - 2816 km</a:t>
            </a:r>
            <a:r>
              <a:rPr lang="en-US" sz="2000" baseline="30000" dirty="0"/>
              <a:t>2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Annual Rainfall   -  3200 mm </a:t>
            </a:r>
          </a:p>
        </p:txBody>
      </p:sp>
    </p:spTree>
    <p:extLst>
      <p:ext uri="{BB962C8B-B14F-4D97-AF65-F5344CB8AC3E}">
        <p14:creationId xmlns:p14="http://schemas.microsoft.com/office/powerpoint/2010/main" val="2760398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48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Hydrology &amp; Disaster Management Division</dc:title>
  <dc:creator>USER</dc:creator>
  <cp:lastModifiedBy>Sanduni Hydrology</cp:lastModifiedBy>
  <cp:revision>21</cp:revision>
  <dcterms:created xsi:type="dcterms:W3CDTF">2025-01-07T07:17:03Z</dcterms:created>
  <dcterms:modified xsi:type="dcterms:W3CDTF">2026-08-25T09:03:07Z</dcterms:modified>
</cp:coreProperties>
</file>